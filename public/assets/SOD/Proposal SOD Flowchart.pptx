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404C-9D3B-941D-A2E2-A02FF0E53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70E3A-7A9E-9D65-8B3A-AFB2C0546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68A8C-998A-C8FB-4CF5-D8F316A67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085F1-76AB-0034-019E-9AB7CAE6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BB010-C9EB-E2D7-4E9B-78BAA8D73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146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BE6A7-6AAF-9179-592B-00B550D0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51C8C-97DE-F231-A29C-09EC2BDB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9FF2A-2C5A-4C76-A006-40378754D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077C4-4B30-6026-6354-C4F6FB5F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F0031-8453-62EF-2A12-0FA524CF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5135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0F85-1816-A430-5D1F-E9065C3E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033EF-82C5-354B-E487-689E15DF1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936DD-A623-794B-6018-7950720C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673F4-9E22-F641-180B-E5DF8F3E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426E0-E569-C33C-3606-4D24BD9E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43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5599-73D6-0455-1050-EC8E3316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F6227-A3F5-24E2-2802-1E62A8456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1E2AE-FA2A-9F52-2062-A8E51A7F1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D68E1-8D2D-31AB-C3EC-9093BD376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935E9-3826-BE6B-0BB9-2C7FBFB7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EF58C-7F43-7630-969C-B263493C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3513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6CB5-3D02-5CC6-8FBD-E6F6999D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C6542-567D-29E7-EF6B-3A6A0A4B6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E0850-3DE0-33E3-7F7A-EF1997A3B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DD8CF-AA45-6595-4F58-60F02D04C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04D09-9270-06A8-E71E-8A729E932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A1F8D-B0ED-B9BA-3109-3908F73F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3B2D7-3D19-8739-8462-8C90916B3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BBA6C-72E1-8F06-1EC9-191F96EF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730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F49C-BFF7-1C17-3251-224A07CD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EFC29-5F6B-9CA4-09E0-11638A3C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D614E-D01B-E2DF-010B-5897AE1FA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42427-E857-7506-C5B0-293DDF6C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7207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CDFFF-729B-008E-AA6A-5E8F9B8D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BA3E8-4FB4-13B0-A76F-FD3522F4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0F4A-88F0-327D-5AEF-DF53389D9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89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0B16-6AE0-0747-468A-55E01B66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9C69-5CDC-973B-1A04-9D8C62D82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F8F27-EF8D-08A7-AAE5-F72F5596D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02E26-95FF-BA22-4D6F-7BE5EE4F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B8B44-E982-F169-A2FC-DC89ACFE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5F119-7808-87F3-C938-3154732C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048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869B-6AB9-1FA2-75C6-EE2C8C3A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E82161-A340-ECE3-7BBD-EFC1ADAEE7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B1942-8B0E-0BB9-82FD-DB4B259C9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C2D31-768F-B5DC-4986-2C99459E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DE23-43D6-01EA-C7EC-C14B4487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6B9E4-C304-DBD6-58C0-AA6851E1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2356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4FEBE-427F-D758-675D-2DC0D7EE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FFFC2-F9AF-286F-40AA-BE1A869F8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9B48-3F5C-B922-544D-71082936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4DB2B-7A51-8BBE-755E-64203217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B7FDF-C541-FC64-3360-DF081846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0095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E8716F-F1D9-CE32-6D8E-EF178D095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144FF-23DE-C9CA-11E0-7A9D15E8C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6385E-74D9-058A-49B4-3175DC7B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CF298-B624-3B7C-AFAE-EE8678B5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75178-ABEC-6BDF-E791-B9BFA010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512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EDEB7-C391-60CE-99AC-F8EF959F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738D1-23E0-2771-C858-C39CA07A1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A03E0-4C98-1B64-933C-C0FDB6054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95455-C765-47DE-BA67-F6F123EE001A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07D62-8208-DE34-3445-5C8473513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85DFA-743F-3333-13A1-AC5B31E3C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6C5AB1-8585-4909-8704-A799D942FC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970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95A12-2CFD-2678-7F3C-67EB98202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03" y="2851024"/>
            <a:ext cx="11993827" cy="1229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7C3BA-6D3A-48F2-820D-A4559FDFAE1A}"/>
              </a:ext>
            </a:extLst>
          </p:cNvPr>
          <p:cNvSpPr txBox="1"/>
          <p:nvPr/>
        </p:nvSpPr>
        <p:spPr>
          <a:xfrm>
            <a:off x="196645" y="285135"/>
            <a:ext cx="4542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Flow </a:t>
            </a:r>
            <a:r>
              <a:rPr lang="en-SG" dirty="0" err="1">
                <a:solidFill>
                  <a:schemeClr val="bg1"/>
                </a:solidFill>
              </a:rPr>
              <a:t>utama</a:t>
            </a:r>
            <a:r>
              <a:rPr lang="en-SG" dirty="0">
                <a:solidFill>
                  <a:schemeClr val="bg1"/>
                </a:solidFill>
              </a:rPr>
              <a:t>: PO </a:t>
            </a:r>
            <a:r>
              <a:rPr lang="en-SG" dirty="0" err="1">
                <a:solidFill>
                  <a:schemeClr val="bg1"/>
                </a:solidFill>
              </a:rPr>
              <a:t>hingga</a:t>
            </a:r>
            <a:r>
              <a:rPr lang="en-SG" dirty="0">
                <a:solidFill>
                  <a:schemeClr val="bg1"/>
                </a:solidFill>
              </a:rPr>
              <a:t> delivered</a:t>
            </a:r>
          </a:p>
        </p:txBody>
      </p:sp>
    </p:spTree>
    <p:extLst>
      <p:ext uri="{BB962C8B-B14F-4D97-AF65-F5344CB8AC3E}">
        <p14:creationId xmlns:p14="http://schemas.microsoft.com/office/powerpoint/2010/main" val="3745252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3340D1-44FD-DCC6-EFBE-C4C33B666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653" y="0"/>
            <a:ext cx="482869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B57659-E556-3D30-DFC8-5A6BCCC2B306}"/>
              </a:ext>
            </a:extLst>
          </p:cNvPr>
          <p:cNvSpPr txBox="1"/>
          <p:nvPr/>
        </p:nvSpPr>
        <p:spPr>
          <a:xfrm>
            <a:off x="314632" y="324465"/>
            <a:ext cx="3367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Jika SOA </a:t>
            </a:r>
            <a:r>
              <a:rPr lang="en-SG" dirty="0" err="1"/>
              <a:t>atau</a:t>
            </a:r>
            <a:r>
              <a:rPr lang="en-SG" dirty="0"/>
              <a:t> </a:t>
            </a:r>
            <a:r>
              <a:rPr lang="en-SG" dirty="0" err="1"/>
              <a:t>maklumat</a:t>
            </a:r>
            <a:r>
              <a:rPr lang="en-SG" dirty="0"/>
              <a:t> PO </a:t>
            </a:r>
            <a:r>
              <a:rPr lang="en-SG" dirty="0" err="1"/>
              <a:t>bermasalah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1033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D5BEA8-476B-6036-9167-B207CFA3C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9331"/>
            <a:ext cx="12192000" cy="2359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AE3B1A-AE63-F7B5-F7CA-411B592949F4}"/>
              </a:ext>
            </a:extLst>
          </p:cNvPr>
          <p:cNvSpPr txBox="1"/>
          <p:nvPr/>
        </p:nvSpPr>
        <p:spPr>
          <a:xfrm>
            <a:off x="221064" y="231112"/>
            <a:ext cx="393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/>
              <a:t>Siapa</a:t>
            </a:r>
            <a:r>
              <a:rPr lang="en-SG" dirty="0"/>
              <a:t> buat </a:t>
            </a:r>
            <a:r>
              <a:rPr lang="en-SG" dirty="0" err="1"/>
              <a:t>apa</a:t>
            </a:r>
            <a:r>
              <a:rPr lang="en-SG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36433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DB19027-3900-4849-95AD-04FA0E3BF9A0}">
  <we:reference id="WA200005107" version="1.1.0.0" store="Omex" storeType="OMEX"/>
  <we:alternateReferences>
    <we:reference id="WA200005107" version="1.1.0.0" store="WA2000051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BubblesO2 IT</dc:creator>
  <cp:lastModifiedBy>BubblesO2 IT</cp:lastModifiedBy>
  <cp:revision>1</cp:revision>
  <dcterms:created xsi:type="dcterms:W3CDTF">2026-08-04T02:23:15Z</dcterms:created>
  <dcterms:modified xsi:type="dcterms:W3CDTF">2026-08-04T02:46:24Z</dcterms:modified>
</cp:coreProperties>
</file>